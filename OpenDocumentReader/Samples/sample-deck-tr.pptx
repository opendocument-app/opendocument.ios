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/Relationships>
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8382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en" sz="4000" b="1"/>
              <a:t>Proje planı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2286000"/>
            <a:ext cx="7772400" cy="2743200"/>
          </a:xfrm>
          <a:prstGeom prst="rect">
            <a:avLst/>
          </a:prstGeom>
        </p:spPr>
        <p:txBody>
          <a:bodyPr/>
          <a:lstStyle/>
          <a:p>
            <a:r>
              <a:rPr lang="en" sz="2000" b="0"/>
              <a:t>Çeyrek hedefleri</a:t>
            </a:r>
          </a:p>
          <a:p>
            <a:r>
              <a:rPr lang="en" sz="2000" b="0"/>
              <a:t>Bütçe ve maliyetler</a:t>
            </a:r>
          </a:p>
          <a:p>
            <a:r>
              <a:rPr lang="en" sz="2000" b="0"/>
              <a:t>Sonraki adımlar</a:t>
            </a:r>
          </a:p>
        </p:txBody>
      </p:sp>
    </p:spTree>
  </p:cSld>
</p:sld>
</file>